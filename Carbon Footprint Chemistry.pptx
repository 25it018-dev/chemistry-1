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E5A24-41AE-0536-A0F8-7C6D2A405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1433052"/>
          </a:xfrm>
        </p:spPr>
        <p:txBody>
          <a:bodyPr/>
          <a:lstStyle/>
          <a:p>
            <a:pPr algn="ctr"/>
            <a:r>
              <a:rPr lang="en-IN" sz="5400" dirty="0"/>
              <a:t>CARBON FOOTPRINT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29C4F-A511-E289-E18C-942B47052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106994"/>
            <a:ext cx="8825658" cy="1189703"/>
          </a:xfrm>
        </p:spPr>
        <p:txBody>
          <a:bodyPr>
            <a:normAutofit/>
          </a:bodyPr>
          <a:lstStyle/>
          <a:p>
            <a:pPr algn="r"/>
            <a:r>
              <a:rPr lang="en-IN" sz="3600" dirty="0">
                <a:solidFill>
                  <a:schemeClr val="accent1"/>
                </a:solidFill>
              </a:rPr>
              <a:t>MINIPROJECT</a:t>
            </a:r>
          </a:p>
        </p:txBody>
      </p:sp>
    </p:spTree>
    <p:extLst>
      <p:ext uri="{BB962C8B-B14F-4D97-AF65-F5344CB8AC3E}">
        <p14:creationId xmlns:p14="http://schemas.microsoft.com/office/powerpoint/2010/main" val="389652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C563E-B06C-CB1E-D52C-08524A02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869" y="2052484"/>
            <a:ext cx="8825659" cy="2362200"/>
          </a:xfrm>
        </p:spPr>
        <p:txBody>
          <a:bodyPr/>
          <a:lstStyle/>
          <a:p>
            <a:r>
              <a:rPr lang="en-IN" sz="3200" dirty="0"/>
              <a:t>NAME: </a:t>
            </a:r>
            <a:r>
              <a:rPr lang="en-IN" sz="3200" dirty="0">
                <a:solidFill>
                  <a:schemeClr val="bg1"/>
                </a:solidFill>
              </a:rPr>
              <a:t>A.C.DEVIPRIYA</a:t>
            </a:r>
            <a:br>
              <a:rPr lang="en-IN" sz="3200" dirty="0"/>
            </a:br>
            <a:r>
              <a:rPr lang="en-IN" sz="3200" dirty="0"/>
              <a:t>REGISTER NUMBER: </a:t>
            </a:r>
            <a:r>
              <a:rPr lang="en-IN" sz="3200" dirty="0">
                <a:solidFill>
                  <a:srgbClr val="FF0000"/>
                </a:solidFill>
              </a:rPr>
              <a:t>111725203018</a:t>
            </a:r>
            <a:br>
              <a:rPr lang="en-IN" sz="3200" dirty="0"/>
            </a:br>
            <a:r>
              <a:rPr lang="en-IN" sz="3200" dirty="0"/>
              <a:t>BRANCH: </a:t>
            </a:r>
            <a:r>
              <a:rPr lang="en-IN" sz="3200" dirty="0">
                <a:solidFill>
                  <a:schemeClr val="accent6">
                    <a:lumMod val="50000"/>
                  </a:schemeClr>
                </a:solidFill>
              </a:rPr>
              <a:t>B.TECH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3EB83-3C7C-347D-E089-836617BA3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952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02E6BE-BD9C-4193-D1CC-DA3F2E045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110"/>
            <a:ext cx="12192000" cy="526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20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D18474-9E94-45A8-CB7C-556DDEFD1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471"/>
            <a:ext cx="12192000" cy="598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7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031308-A2E4-A5FF-887D-905AD445A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955"/>
            <a:ext cx="12192000" cy="542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5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D0AEA3-F97E-FF74-38A8-129E986D9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298"/>
            <a:ext cx="12192000" cy="603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18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EFA7A3-9959-AE71-E5A9-E619DBE14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432"/>
            <a:ext cx="12192000" cy="485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433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8FDFB8-AF9F-7A36-BA6E-F1E9808D6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619"/>
            <a:ext cx="12192000" cy="561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1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5B4C07-E0D9-E53E-A2D1-BC07DD376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894"/>
            <a:ext cx="12192000" cy="592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27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footprint with a question mark&#10;&#10;AI-generated content may be incorrect.">
            <a:extLst>
              <a:ext uri="{FF2B5EF4-FFF2-40B4-BE49-F238E27FC236}">
                <a16:creationId xmlns:a16="http://schemas.microsoft.com/office/drawing/2014/main" id="{096C290B-E69A-6CE7-39FE-94E60AF9C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108"/>
            <a:ext cx="12192000" cy="617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60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D4403-7BC5-8192-7675-45F497947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6" y="1671483"/>
            <a:ext cx="8825657" cy="1396182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A18F9-9C46-9EE4-D7B3-BE6BE2CF5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9858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51</TotalTime>
  <Words>24</Words>
  <Application>Microsoft Office PowerPoint</Application>
  <PresentationFormat>Widescreen</PresentationFormat>
  <Paragraphs>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CARBON FOOTPRINT</vt:lpstr>
      <vt:lpstr>NAME: A.C.DEVIPRIYA REGISTER NUMBER: 111725203018 BRANCH: B.TECH 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Devi Priya A.C</dc:creator>
  <cp:lastModifiedBy>Devi Priya A.C</cp:lastModifiedBy>
  <cp:revision>1</cp:revision>
  <dcterms:created xsi:type="dcterms:W3CDTF">2025-11-17T12:51:22Z</dcterms:created>
  <dcterms:modified xsi:type="dcterms:W3CDTF">2025-11-17T13:43:03Z</dcterms:modified>
</cp:coreProperties>
</file>